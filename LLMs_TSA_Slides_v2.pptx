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LLMs for Targeted Sentiment in News Headlines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Exploring the Descriptive–Prescriptive Dilemma</a:t>
            </a:r>
          </a:p>
          <a:p/>
          <a:p>
            <a:r>
              <a:t>Authors: Jana Juroš, Laura Majer, Jan Šnajder</a:t>
            </a:r>
          </a:p>
          <a:p>
            <a:r>
              <a:t>TakeLab, University of Zagreb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Headlines influence perceptions of entities</a:t>
            </a:r>
          </a:p>
          <a:p>
            <a:r>
              <a:t>- TSA: polarity towards specific entity, beyond overall sentiment</a:t>
            </a:r>
          </a:p>
          <a:p>
            <a:r>
              <a:t>- Subjectivity makes annotation &amp; evaluation difficult</a:t>
            </a:r>
          </a:p>
          <a:p>
            <a:r>
              <a:t>- LLMs may handle TSA well but are sensitive to prompt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Annotation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Descriptive paradigm: minimal rules, encourages subjectivity</a:t>
            </a:r>
          </a:p>
          <a:p>
            <a:r>
              <a:t>- Prescriptive paradigm: detailed rules, consistency prioritized</a:t>
            </a:r>
          </a:p>
          <a:p>
            <a:r>
              <a:t>- Paradigm choice impacts dataset quality &amp; model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How do LLMs compare with fine-tuned BERT models across languages?</a:t>
            </a:r>
          </a:p>
          <a:p>
            <a:r>
              <a:t>2. How does prompt prescriptiveness affect TSA accuracy?</a:t>
            </a:r>
          </a:p>
          <a:p>
            <a:r>
              <a:t>3. Can LLMs model human-like uncertainty and disagreement?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STONE (Croatian): 2855 headlines, prescriptive guidelines, κ=0.416</a:t>
            </a:r>
          </a:p>
          <a:p>
            <a:r>
              <a:t>- SEN (English &amp; Polish): 3819 headlines, descriptive, κ≈0.30–0.46</a:t>
            </a:r>
          </a:p>
          <a:p>
            <a:r>
              <a:t>- Spanish (Political): 1976 headlines, descriptive, α=0.62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Encoders: RoBERTa (EN), BERTić (HR), Polish-RoBERTa</a:t>
            </a:r>
          </a:p>
          <a:p>
            <a:r>
              <a:t>- LLMs:</a:t>
            </a:r>
          </a:p>
          <a:p>
            <a:r>
              <a:t>   Open-source: Neural Chat (7B), Llama 3 (8B), Phi-3 (3.8B), Gemma (9B)</a:t>
            </a:r>
          </a:p>
          <a:p>
            <a:r>
              <a:t>   Closed-source: GPT-3.5, GPT-4 Turbo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Descriptive datasets (SEN, Spanish): LLMs &gt; BERT</a:t>
            </a:r>
          </a:p>
          <a:p>
            <a:r>
              <a:t>- Prescriptive dataset (STONE): BERTić &gt; LLMs</a:t>
            </a:r>
          </a:p>
          <a:p>
            <a:r>
              <a:t>- Suggests paradigm alignment matters for model choice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Prescriptiveness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- 6 levels: from minimal to full annotator guidelines</a:t>
            </a:r>
          </a:p>
          <a:p>
            <a:r>
              <a:t>- Accuracy ↑ from Level 1 → 4</a:t>
            </a:r>
          </a:p>
          <a:p>
            <a:r>
              <a:t>- Drop at Levels 5–6 (few-shot w/examples)</a:t>
            </a:r>
          </a:p>
          <a:p>
            <a:r>
              <a:t>- GPT-4 best at Level 4 (detailed, no examples)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Uncertainty Quantification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Methods: Self-Consistency (SCS), Distribution Prompting (DP), Verbal Confidence (VCA)</a:t>
            </a:r>
          </a:p>
          <a:p>
            <a:r>
              <a:t>- Calibration improves with prescriptiveness</a:t>
            </a:r>
          </a:p>
          <a:p>
            <a:r>
              <a:t>- SCS best for modeling human label variation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Benchmarked LLMs vs. BERT across 4 languages</a:t>
            </a:r>
          </a:p>
          <a:p>
            <a:r>
              <a:t>- Explored descriptive–prescriptive continuum in prompts</a:t>
            </a:r>
          </a:p>
          <a:p>
            <a:r>
              <a:t>- Showed prompt detail has non-linear effect on accuracy</a:t>
            </a:r>
          </a:p>
          <a:p>
            <a:r>
              <a:t>- Evaluated uncertainty methods against human label variation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Only one prescriptive dataset (Croatian)</a:t>
            </a:r>
          </a:p>
          <a:p>
            <a:r>
              <a:t>- Limited model pool (≤9B open-source)</a:t>
            </a:r>
          </a:p>
          <a:p>
            <a:r>
              <a:t>- Risk: TSA may reinforce entity/political bias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LLMs excel in descriptive TSA tasks</a:t>
            </a:r>
          </a:p>
          <a:p>
            <a:r>
              <a:t>- Fine-tuned encoders superior for prescriptive TSA</a:t>
            </a:r>
          </a:p>
          <a:p>
            <a:r>
              <a:t>- Prompt design crucial: optimal detail varies</a:t>
            </a:r>
          </a:p>
          <a:p>
            <a:r>
              <a:t>- LLM stochasticity useful to emulate annotator disagreement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